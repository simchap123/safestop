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SafeStop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Children from Being Left in Vehicles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75504" y="402336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year, ~38 children die from vehicular heatstroke in the 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of victims are age 3 or younger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half the cases are due to a caregiver forgetting the child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negligence problem — it’s a human memory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noheatstroke.org, KidsAndCars.org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SafeStop creates a reliable safety loop that ensures no child is left behind.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73836" y="27432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366F1">
              <a:alpha val="3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02636" y="27432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76956" y="27432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366F1">
              <a:alpha val="3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6956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05756" y="27432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80076" y="27432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366F1">
              <a:alpha val="3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0076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08876" y="27432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83196" y="27432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366F1">
              <a:alpha val="3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3196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Confirmation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11996" y="27432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86316" y="27432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6366F1">
              <a:alpha val="30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6316" y="2743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Notification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4389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 Repeatable.  Accountable.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164592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session when driving with your child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SafeStop monitors your trip in the background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78040" y="164592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stop, confirm your child is out with a photo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12680" y="164592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1268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3544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35440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Caregivers are notified with timestamped proof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Safety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1156716" y="1828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94A3B8">
              <a:alpha val="25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6716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02636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14116" y="1828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6366F1">
              <a:alpha val="25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4116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60036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71516" y="1828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1516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17436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28916" y="1828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22C55E">
              <a:alpha val="2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28916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74836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86316" y="1828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22C55E">
              <a:alpha val="2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6316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confirmation: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02336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DETECTED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4023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0" y="402336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4023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772400" y="402336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CAREGIVERS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5303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"Assume child is present until confirmed otherwise"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— Mobile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2011680" cy="365760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1645920"/>
            <a:ext cx="2011680" cy="365760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2011680" cy="365760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Confirmation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1645920"/>
            <a:ext cx="2011680" cy="365760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Capture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5669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iOS and Android via Expo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— Web Portal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dashboard with real-time visibility into active sessions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viewer with timestamped photos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center and full session history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— works on any device with a browser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6702552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3840480"/>
            <a:ext cx="6702552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safestop.app/portal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4572000"/>
            <a:ext cx="6702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Portal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Session-based safety tracking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confirmation (primary trust)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0896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Multi-caregiver notifications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10896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31089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Multi-stop session continuity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720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detection and alerts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457200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572000"/>
            <a:ext cx="548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49440" y="45720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engine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million US families with children under 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9445752" cy="1005840"/>
          </a:xfrm>
          <a:prstGeom prst="roundRect">
            <a:avLst>
              <a:gd name="adj" fmla="val 9091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3774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23774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driving to daycare / school daily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3657600"/>
            <a:ext cx="9445752" cy="1005840"/>
          </a:xfrm>
          <a:prstGeom prst="roundRect">
            <a:avLst>
              <a:gd name="adj" fmla="val 9091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657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36576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Grandparents, nannies, carpool participants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937760"/>
            <a:ext cx="9445752" cy="1005840"/>
          </a:xfrm>
          <a:prstGeom prst="roundRect">
            <a:avLst>
              <a:gd name="adj" fmla="val 9091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49377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4937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Daycare networks, schools (B2B future)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Ad-supported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session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safety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64592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Tier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$1.99/mo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54880" y="32918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session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notifications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(Future)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2377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03920" y="32918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licensing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/ daycare integration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261104" y="2011680"/>
            <a:ext cx="3657600" cy="36576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26864" y="2377440"/>
            <a:ext cx="2926080" cy="292608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2624" y="2743200"/>
            <a:ext cx="2194560" cy="219456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~$800M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33M families × $24/year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~$120M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 families actively using safety apps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~$12M ARR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8680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 families in Year 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0" y="15544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iOS, Android, PWA from one codebase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514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PostgreSQL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514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routes, SSR, Drizzle 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74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474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34747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authentication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34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4434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4434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push without WebSockets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3949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94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53949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DigitalOcean Droplet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53949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$6/month production cost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open source  •  $0 vendor lock-in  •  $6/mo total infra cost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5544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Hardware Required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0" y="15544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Phone-only solution — zero barrier to entry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514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Photo-Based Proof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0" y="2514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visual confirmation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4747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Accountability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0" y="3474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visibility into every trip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61772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34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Stack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69280" y="44348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vendor lock-in, full transparency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557784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53949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for Any Parent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69280" y="53949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training, no setup — just works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194560"/>
            <a:ext cx="73152" cy="41148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21945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app, confirmation system, basic web portal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09344" y="32918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trip detection, improved UX, subscriptions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09344" y="43891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4206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4617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routine learning, guest caregiver access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09344" y="548640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5303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5303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5715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integrations, institutional rollout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making every trip safer.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75504" y="2743200"/>
            <a:ext cx="18288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200400"/>
            <a:ext cx="121889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
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email@safestop.app
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safestop.app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3035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SafeStop — Never leave a child behind.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SafeStop Investor Pitch Deck</dc:title>
  <dc:subject>PptxGenJS Presentation</dc:subject>
  <dc:creator>SafeStop</dc:creator>
  <cp:lastModifiedBy>SafeStop</cp:lastModifiedBy>
  <cp:revision>1</cp:revision>
  <dcterms:created xsi:type="dcterms:W3CDTF">2026-04-14T22:29:51Z</dcterms:created>
  <dcterms:modified xsi:type="dcterms:W3CDTF">2026-04-14T22:29:51Z</dcterms:modified>
</cp:coreProperties>
</file>